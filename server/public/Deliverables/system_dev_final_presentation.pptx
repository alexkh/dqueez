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81add80e2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81add80e2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81add80e2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81add80e2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81add80e2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81add80e2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81add80e2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81add80e2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81add80e2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81add80e2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81add80e2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81add80e2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81add80e2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681add80e2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81add80e2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681add80e2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81add80e2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681add80e2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81add80e2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81add80e2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81add80e2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681add80e2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3842700" cy="13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Deez Queez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450" y="2802275"/>
            <a:ext cx="3842700" cy="22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By</a:t>
            </a:r>
            <a:br>
              <a:rPr lang="en-CA"/>
            </a:br>
            <a:r>
              <a:rPr lang="en-CA"/>
              <a:t>Alexandre</a:t>
            </a:r>
            <a:r>
              <a:rPr lang="en-CA"/>
              <a:t> Kharlamov</a:t>
            </a:r>
            <a:br>
              <a:rPr lang="en-CA"/>
            </a:br>
            <a:r>
              <a:rPr lang="en-CA"/>
              <a:t>Melissa Bangloy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Joshua Gould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Daniel Li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Aldebaraan Canedo</a:t>
            </a:r>
            <a:endParaRPr/>
          </a:p>
        </p:txBody>
      </p:sp>
      <p:pic>
        <p:nvPicPr>
          <p:cNvPr id="88" name="Google Shape;88;p13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150" y="1400250"/>
            <a:ext cx="4267050" cy="3046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Project 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Description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 sz="1400"/>
              <a:t>Deez Queez is a learning platform that helps teachers create, distribute, and schedule quizzes and exams in a simple and fast way, with several types of questions giving flexibility to teachers of all professions.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Tech Stack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2171625" y="2078875"/>
            <a:ext cx="1868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/>
              <a:t>Back-end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/>
              <a:t>-JavaScript Node.JS</a:t>
            </a:r>
            <a:br>
              <a:rPr lang="en-CA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CA"/>
              <a:t>Front-end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/>
              <a:t>-Vanilla JavaScript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-HTML/CSS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6149388" y="2078875"/>
            <a:ext cx="1868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/>
              <a:t>Database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/>
              <a:t>-PostgreSQL</a:t>
            </a:r>
            <a:br>
              <a:rPr lang="en-CA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CA"/>
              <a:t>Server OS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-Debian 12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152400" y="152400"/>
            <a:ext cx="30000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br>
              <a:rPr lang="en-CA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Project showcase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Instructions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/>
              <a:t>Simple instructions to create and publish a quiz or exam.</a:t>
            </a:r>
            <a:endParaRPr/>
          </a:p>
        </p:txBody>
      </p:sp>
      <p:pic>
        <p:nvPicPr>
          <p:cNvPr id="119" name="Google Shape;119;p18" title="Screenshot 2025-06-16 at 3.06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3075" y="1423975"/>
            <a:ext cx="4808302" cy="2955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Flexible Question Types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/>
              <a:t>From multiple choice questions to coding challenges.</a:t>
            </a:r>
            <a:endParaRPr/>
          </a:p>
        </p:txBody>
      </p:sp>
      <p:pic>
        <p:nvPicPr>
          <p:cNvPr id="126" name="Google Shape;126;p19" title="Screenshot 2025-06-16 at 3.52.3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3300" y="1646375"/>
            <a:ext cx="4808300" cy="2732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Controlled Access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/>
              <a:t>After saving the quiz in the server, a password will be generated to limit the access.</a:t>
            </a:r>
            <a:endParaRPr/>
          </a:p>
        </p:txBody>
      </p:sp>
      <p:pic>
        <p:nvPicPr>
          <p:cNvPr id="133" name="Google Shape;133;p20" title="Screenshot 2025-06-16 at 3.55.3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2850" y="1646375"/>
            <a:ext cx="4808300" cy="2732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Easy Deployment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/>
              <a:t>After saving the quiz, just schedule it and deploy it</a:t>
            </a:r>
            <a:endParaRPr/>
          </a:p>
        </p:txBody>
      </p:sp>
      <p:pic>
        <p:nvPicPr>
          <p:cNvPr id="140" name="Google Shape;140;p21" title="Screenshot 2025-06-16 at 4.03.1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3075" y="1766125"/>
            <a:ext cx="4808300" cy="2613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Student Access View</a:t>
            </a:r>
            <a:endParaRPr/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/>
              <a:t>Once the quiz is deployed the student can access it by requesting their personalized URL that was auto generated during the </a:t>
            </a:r>
            <a:r>
              <a:rPr lang="en-CA"/>
              <a:t>deployment</a:t>
            </a:r>
            <a:r>
              <a:rPr lang="en-CA"/>
              <a:t> phase.</a:t>
            </a:r>
            <a:endParaRPr/>
          </a:p>
        </p:txBody>
      </p:sp>
      <p:pic>
        <p:nvPicPr>
          <p:cNvPr id="147" name="Google Shape;147;p22" title="Screenshot 2025-06-16 at 4.05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4425" y="1514900"/>
            <a:ext cx="4808300" cy="2864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Pivotal points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/>
              <a:t>Back-end Framework change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 sz="1200"/>
              <a:t>Changed from Python Flask to Node.JS due to the familiarity with the JavaScript ecosystem.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CA"/>
              <a:t>Result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200"/>
              <a:t>Easier deployment process</a:t>
            </a:r>
            <a:endParaRPr sz="1200"/>
          </a:p>
        </p:txBody>
      </p:sp>
      <p:sp>
        <p:nvSpPr>
          <p:cNvPr id="158" name="Google Shape;158;p2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/>
              <a:t>Task Delegation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 sz="1200"/>
              <a:t>Without defined roles we struggle to efficiently assign task.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CA"/>
              <a:t>Result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200"/>
              <a:t>Better integration of team members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